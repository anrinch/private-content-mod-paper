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6"/>
    <p:restoredTop sz="94642"/>
  </p:normalViewPr>
  <p:slideViewPr>
    <p:cSldViewPr snapToGrid="0">
      <p:cViewPr varScale="1">
        <p:scale>
          <a:sx n="166" d="100"/>
          <a:sy n="166" d="100"/>
        </p:scale>
        <p:origin x="224" y="2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20484-D390-F9C4-02E3-A7693FE3E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91D2B-BFC1-E07A-EB7D-FD36F401C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6B48E-A8D3-6311-F461-744FA701E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0115-D1B3-6441-9F0D-B183350D854A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8B755-9119-2843-6A8B-7713A4D9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FCED1-81D2-1130-7CAC-B41A26DA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0C3F-046F-1449-BF5A-29612918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0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BB92-3A46-1A9F-BF23-EAAFF841E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1AFA2-44B8-C6E2-B804-630455042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75D5D-F710-7CAD-1A5D-C6B945C1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0115-D1B3-6441-9F0D-B183350D854A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A9840-A6B4-F4C1-8577-DBB35012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ED18F-E278-1E35-1D08-43FBA4498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0C3F-046F-1449-BF5A-29612918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3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964A-CC08-F251-3140-B466A7434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FCCB7-67B3-5F7B-F014-D88047B58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A9B46-7303-AD42-EF15-70FF54B9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0115-D1B3-6441-9F0D-B183350D854A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206F3-920D-CB3D-4CCF-2EF281C4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628E3-7469-84E2-F578-1951C9381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0C3F-046F-1449-BF5A-29612918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7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0E1BF-89C6-F98D-E4F0-9BA79F2C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638B2-5B7D-6FD5-1773-8C081AE45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BA6E6-756D-7171-C729-E767E4FE1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35D73-BE71-5860-C39C-A49A79E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0115-D1B3-6441-9F0D-B183350D854A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9BB62-005F-CB8A-B12D-D51DA90C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65822-B7D4-1EE0-4355-8D494BB9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0C3F-046F-1449-BF5A-29612918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D540-4A56-3461-B411-934A4CF3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6FB22-4892-EFDD-C68E-E1E89790E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FB9A7-39F0-CA8A-FA57-33C0405D4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B1B1AD-7F8F-0531-536A-1525A04B3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916CB-92A2-21D8-0A25-861A5CBC3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E281E8-46FB-477B-3996-01C2C87E0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0115-D1B3-6441-9F0D-B183350D854A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58AF8C-440C-B81E-D1E5-9EE8F1A9D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9FFC1-7075-AAAC-1385-AF9FCF68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0C3F-046F-1449-BF5A-29612918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9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B801-DEF4-6BA6-761C-E150563AC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CE51DA-729C-BE0C-338B-63AA32FCC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0115-D1B3-6441-9F0D-B183350D854A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CD126-70E3-9A8C-5F74-FFD225A54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558B4-C8F8-F232-4EB6-342246E1E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0C3F-046F-1449-BF5A-29612918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10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4DDDC-B62A-F9EB-AACA-859921E14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0115-D1B3-6441-9F0D-B183350D854A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34DE7A-9632-CAF1-D56D-0D667822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DBD49-9F17-5C2C-B283-5A4D3576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0C3F-046F-1449-BF5A-29612918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78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0B51E-81F5-CCFF-4A5B-C66AA15DB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05691-15E9-BD4E-CC56-5C52DB3BB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0FD85E-06FD-F3EB-EAD2-6FB93C5FA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FE237-4E87-A5F5-5C5C-1C0FE0ABE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0115-D1B3-6441-9F0D-B183350D854A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E4D6B-5264-033D-1AF9-AE5F619F2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D95C0-3EFE-8DAF-BFBD-38C9C6A59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0C3F-046F-1449-BF5A-29612918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A93B-9321-B224-53E6-D222E967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10ED4-A5BC-9E82-1B27-E7FC188097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571D0-ABD6-39D5-ED72-94ADE6B65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7CED0-E547-B867-F60D-B3C4AF084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0115-D1B3-6441-9F0D-B183350D854A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171B8-5807-5B2F-DC37-5E116EC9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F2D66-BAE9-9A2D-6E80-126035C49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0C3F-046F-1449-BF5A-29612918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0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4425-6662-9773-B091-8E026779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E76F2-3A18-A360-E19B-A9A48E2AB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88696-9995-CBAC-438B-D795D436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0115-D1B3-6441-9F0D-B183350D854A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6F1C4-6E4B-B7A0-7D94-542A24625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B8C9D-B6D3-522B-3A2A-76EC82BD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0C3F-046F-1449-BF5A-29612918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82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5637C-7954-FDD3-5566-1820EBCA6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242B4-443D-EEF5-4041-64A0CF919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5C708-1036-2F52-47E1-8F74D7072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0115-D1B3-6441-9F0D-B183350D854A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77ED5-DBE8-8E4F-EBB9-3678B20E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AF863-2C3F-AF3E-9A8D-DE096C59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60C3F-046F-1449-BF5A-29612918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1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7BCCFA-93DC-373C-6E1F-E5C7F311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E0B15-6533-8938-DC3E-8CB6D9BCD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7A13E-404C-ABBA-C261-FB16D9D3D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E0115-D1B3-6441-9F0D-B183350D854A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2FBDA-2EAD-D41A-05B3-AB5AAB312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2778-294F-5690-CA24-F744B183B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60C3F-046F-1449-BF5A-29612918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3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59FADC-C49F-44AF-B70B-47D709EA119E}"/>
              </a:ext>
            </a:extLst>
          </p:cNvPr>
          <p:cNvSpPr/>
          <p:nvPr/>
        </p:nvSpPr>
        <p:spPr>
          <a:xfrm>
            <a:off x="251464" y="468726"/>
            <a:ext cx="1787031" cy="628137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29BF2B1-D93F-AA8F-4453-97DF37EC7656}"/>
                  </a:ext>
                </a:extLst>
              </p:cNvPr>
              <p:cNvSpPr/>
              <p:nvPr/>
            </p:nvSpPr>
            <p:spPr>
              <a:xfrm>
                <a:off x="4126325" y="2191758"/>
                <a:ext cx="3580761" cy="231106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𝑝𝑘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𝑝𝑘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nor/>
                      </m:rPr>
                      <a:rPr lang="en-US" sz="2800" dirty="0"/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))=1</m:t>
                    </m:r>
                  </m:oMath>
                </a14:m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800" dirty="0"/>
              </a:p>
              <a:p>
                <a:pPr algn="ctr"/>
                <a:r>
                  <a:rPr lang="en-US" sz="2800" dirty="0"/>
                  <a:t>Otherwise hide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29BF2B1-D93F-AA8F-4453-97DF37EC76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325" y="2191758"/>
                <a:ext cx="3580761" cy="23110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71BF446-6BFC-1B5D-7105-B6F8A1DDF211}"/>
              </a:ext>
            </a:extLst>
          </p:cNvPr>
          <p:cNvSpPr/>
          <p:nvPr/>
        </p:nvSpPr>
        <p:spPr>
          <a:xfrm>
            <a:off x="9996928" y="468726"/>
            <a:ext cx="1943607" cy="61933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C160D2-3670-9DE2-803D-440F96366246}"/>
              </a:ext>
            </a:extLst>
          </p:cNvPr>
          <p:cNvCxnSpPr>
            <a:cxnSpLocks/>
          </p:cNvCxnSpPr>
          <p:nvPr/>
        </p:nvCxnSpPr>
        <p:spPr>
          <a:xfrm>
            <a:off x="2038495" y="940792"/>
            <a:ext cx="7958433" cy="13315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17C122-C817-158A-5AFF-858F2F4C6859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2042650" y="3347289"/>
            <a:ext cx="2083675" cy="162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75C05F-DCC2-6781-0CA8-8C15DAFDFB63}"/>
              </a:ext>
            </a:extLst>
          </p:cNvPr>
          <p:cNvCxnSpPr>
            <a:cxnSpLocks/>
            <a:endCxn id="5" idx="3"/>
          </p:cNvCxnSpPr>
          <p:nvPr/>
        </p:nvCxnSpPr>
        <p:spPr>
          <a:xfrm flipH="1" flipV="1">
            <a:off x="7707086" y="3347289"/>
            <a:ext cx="2289842" cy="162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B8BA21-6FD1-4426-BEB8-92A025364FA9}"/>
                  </a:ext>
                </a:extLst>
              </p:cNvPr>
              <p:cNvSpPr txBox="1"/>
              <p:nvPr/>
            </p:nvSpPr>
            <p:spPr>
              <a:xfrm>
                <a:off x="4477695" y="402556"/>
                <a:ext cx="35149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𝑠𝑖𝑔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𝑠𝑘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B8BA21-6FD1-4426-BEB8-92A025364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695" y="402556"/>
                <a:ext cx="3514951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257B7F-4BFF-233E-1F16-9F5D6B7D9A62}"/>
                  </a:ext>
                </a:extLst>
              </p:cNvPr>
              <p:cNvSpPr txBox="1"/>
              <p:nvPr/>
            </p:nvSpPr>
            <p:spPr>
              <a:xfrm>
                <a:off x="2887581" y="2744573"/>
                <a:ext cx="3896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257B7F-4BFF-233E-1F16-9F5D6B7D9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81" y="2744573"/>
                <a:ext cx="389658" cy="523220"/>
              </a:xfrm>
              <a:prstGeom prst="rect">
                <a:avLst/>
              </a:prstGeom>
              <a:blipFill>
                <a:blip r:embed="rId4"/>
                <a:stretch>
                  <a:fillRect l="-9375"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B24139-F043-A30B-C52B-FE1EA76465A0}"/>
                  </a:ext>
                </a:extLst>
              </p:cNvPr>
              <p:cNvSpPr txBox="1"/>
              <p:nvPr/>
            </p:nvSpPr>
            <p:spPr>
              <a:xfrm>
                <a:off x="10282488" y="0"/>
                <a:ext cx="219472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Client </a:t>
                </a:r>
              </a:p>
              <a:p>
                <a:r>
                  <a:rPr lang="en-US" sz="2800" b="0" dirty="0"/>
                  <a:t>Input: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B24139-F043-A30B-C52B-FE1EA7646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488" y="0"/>
                <a:ext cx="2194726" cy="954107"/>
              </a:xfrm>
              <a:prstGeom prst="rect">
                <a:avLst/>
              </a:prstGeom>
              <a:blipFill>
                <a:blip r:embed="rId5"/>
                <a:stretch>
                  <a:fillRect l="-5747" t="-7895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407F83B-8B2B-4599-0ECC-C69FDB9F92DB}"/>
              </a:ext>
            </a:extLst>
          </p:cNvPr>
          <p:cNvSpPr txBox="1"/>
          <p:nvPr/>
        </p:nvSpPr>
        <p:spPr>
          <a:xfrm>
            <a:off x="5394698" y="1668538"/>
            <a:ext cx="1523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Server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1E6B3FD-DE52-BC08-BE21-7B87F13E432E}"/>
                  </a:ext>
                </a:extLst>
              </p:cNvPr>
              <p:cNvSpPr txBox="1"/>
              <p:nvPr/>
            </p:nvSpPr>
            <p:spPr>
              <a:xfrm>
                <a:off x="484551" y="0"/>
                <a:ext cx="259785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Auditor</a:t>
                </a:r>
              </a:p>
              <a:p>
                <a:r>
                  <a:rPr lang="en-US" sz="2800" dirty="0"/>
                  <a:t>Input: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1E6B3FD-DE52-BC08-BE21-7B87F13E4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51" y="0"/>
                <a:ext cx="2597859" cy="954107"/>
              </a:xfrm>
              <a:prstGeom prst="rect">
                <a:avLst/>
              </a:prstGeom>
              <a:blipFill>
                <a:blip r:embed="rId6"/>
                <a:stretch>
                  <a:fillRect l="-4369" t="-7895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41F59E-5D44-ECD8-F90F-4E03DBD0EAA0}"/>
                  </a:ext>
                </a:extLst>
              </p:cNvPr>
              <p:cNvSpPr txBox="1"/>
              <p:nvPr/>
            </p:nvSpPr>
            <p:spPr>
              <a:xfrm>
                <a:off x="7992646" y="2636249"/>
                <a:ext cx="2178812" cy="561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𝑝𝑘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800" dirty="0"/>
                  <a:t>,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41F59E-5D44-ECD8-F90F-4E03DBD0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646" y="2636249"/>
                <a:ext cx="2178812" cy="561885"/>
              </a:xfrm>
              <a:prstGeom prst="rect">
                <a:avLst/>
              </a:prstGeom>
              <a:blipFill>
                <a:blip r:embed="rId7"/>
                <a:stretch>
                  <a:fillRect l="-3468" t="-8696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071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39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Chakraborti, Anrin</dc:creator>
  <cp:lastModifiedBy>Chakraborti, Anrin</cp:lastModifiedBy>
  <cp:revision>10</cp:revision>
  <dcterms:created xsi:type="dcterms:W3CDTF">2025-08-14T21:53:46Z</dcterms:created>
  <dcterms:modified xsi:type="dcterms:W3CDTF">2025-08-27T02:44:14Z</dcterms:modified>
</cp:coreProperties>
</file>