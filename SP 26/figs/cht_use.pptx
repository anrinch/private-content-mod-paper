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5E8E-52B8-D670-2CA8-B0A7B1625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B1E9D-27AC-D8F5-26D0-EEE002A36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6BD2-7DF9-7DF3-B0FD-44CA6707A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7298-8FD4-83EC-9915-1C518BF8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0ECE5-4DD0-B6E7-09D7-0146EAE6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3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510C-4188-65FC-993A-0148172E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C6DC-CBA0-1223-42B3-DFAD114CA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F37F-D125-0A00-9211-DD83A9C2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EABFB-6264-2B03-E3DE-4A18110F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AADE-E022-2199-4B97-00C0E609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7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43F3-0D30-1A12-B0EE-AC228874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F53D4-CCCF-A22C-58E6-EFF98AF79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9C5C9-610A-7542-FBCF-03F359B0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27D28-2EEA-7C9C-4D4F-70F69DC0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8960C-ADC8-30D2-4FF9-ECDF7DC0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7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4E85-8929-8860-E70A-0DAF77B8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97E3-8BBB-00FF-1AF8-EE7994E4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A0E45-2AF8-DA13-F395-907BFF0A0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2EF15-1AAF-AC9C-EDCD-BB2BECD7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07D40-0465-3B8E-D808-706467C2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A771C-C7FD-8BE4-3604-BA44E02CA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4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7D97-C03D-BD5C-8BC6-5B15DE66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23FED-A0AE-AEDA-4EA9-C42EADCAC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12878-696F-C414-DDC3-13A11063A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3C04D-F3F6-DE02-9D65-2287F1398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1B1E6-EF47-6DDC-DB0C-ECD3C526D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39246-DCAC-607F-9C19-F1EC69EE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8A99E-AF2C-C64F-017C-A202B8F7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034E5-35D9-017B-DEE0-106122DC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6C72-3838-589B-D939-30A33DC9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172E0-03CD-DC9B-AEC1-13C9B9A7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5A9A1-16E2-820A-AFE4-6FA53C4B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47FF6-3D23-600F-C8EA-AA663ADC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28F6F-735C-734A-BD57-0C5A1C98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15108-F4E7-5870-EDDA-AA57862C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55911-1C72-C195-C961-AB64D20E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3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6FC7-2B36-1A29-A92B-E511AD43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3E47F-E73D-1E8C-3C32-A0EB97DC3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0E525-5EAD-2350-72AD-ACC28AB29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39736-EDF8-83D9-970E-2DF8A437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A402E-9D88-B3D8-2A84-4DA57767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B3773-BFE2-2783-C4F2-D87A1066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3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9E1B4-67CC-03BD-0D6F-2FC7F52A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4C9DA-7FC5-C894-10DC-771168E8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E9F8C-6AEB-D388-BED1-7EE922115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A97BF-08BE-F816-FA41-837ACC76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B90A2-DF67-57C2-CBB8-06BE89D8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DFF3D-D373-923D-2D63-6EA8630F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3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41D7-C84B-FFE5-18E1-64E7C6CF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86C84-73D9-26B2-AEB0-0ED62F7E1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2EB5F-5394-72C5-441C-CB5FFCD1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90E69-3047-42DA-9372-E1FD02A3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1DF6-04B7-DED0-2451-0D545A0D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6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61BB3-AF22-6E6D-522F-C900C579F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AF065-0C16-71FB-0A23-9668F9337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90323-186A-9E32-FDD7-F9C66A27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DC846-F8E2-1EA9-4426-909A45B6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5AB02-C212-143F-2487-0C7B0523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D71E8-6514-9D2A-A12D-1B9E3661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7C792-5114-6726-E584-46B8F121F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7FA10-9F2F-4023-E38D-A4FD093B8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3596B-0E49-BD4E-BB63-27072A9EA9F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1384-0303-95A5-9361-E2F708D95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1D440-0358-05E0-98E1-1834B71E9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9D104-FB1B-1B4E-8641-505AF6A6A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8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330956F-3ACB-F8E0-0CB5-B4ED0562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970391"/>
              </p:ext>
            </p:extLst>
          </p:nvPr>
        </p:nvGraphicFramePr>
        <p:xfrm>
          <a:off x="2560763" y="99997"/>
          <a:ext cx="2196825" cy="2143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6825">
                  <a:extLst>
                    <a:ext uri="{9D8B030D-6E8A-4147-A177-3AD203B41FA5}">
                      <a16:colId xmlns:a16="http://schemas.microsoft.com/office/drawing/2014/main" val="380549230"/>
                    </a:ext>
                  </a:extLst>
                </a:gridCol>
              </a:tblGrid>
              <a:tr h="4287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82694"/>
                  </a:ext>
                </a:extLst>
              </a:tr>
              <a:tr h="4287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309450"/>
                  </a:ext>
                </a:extLst>
              </a:tr>
              <a:tr h="4287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99879"/>
                  </a:ext>
                </a:extLst>
              </a:tr>
              <a:tr h="42875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257502"/>
                  </a:ext>
                </a:extLst>
              </a:tr>
              <a:tr h="42875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7673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58E2A5-E522-FCA5-003D-A1BAC98F19BA}"/>
                  </a:ext>
                </a:extLst>
              </p:cNvPr>
              <p:cNvSpPr txBox="1"/>
              <p:nvPr/>
            </p:nvSpPr>
            <p:spPr>
              <a:xfrm>
                <a:off x="2612822" y="464227"/>
                <a:ext cx="2286120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58E2A5-E522-FCA5-003D-A1BAC98F1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822" y="464227"/>
                <a:ext cx="2286120" cy="556434"/>
              </a:xfrm>
              <a:prstGeom prst="rect">
                <a:avLst/>
              </a:prstGeom>
              <a:blipFill>
                <a:blip r:embed="rId2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5643988-9B04-3676-C14F-D758BF6D227F}"/>
              </a:ext>
            </a:extLst>
          </p:cNvPr>
          <p:cNvSpPr txBox="1"/>
          <p:nvPr/>
        </p:nvSpPr>
        <p:spPr>
          <a:xfrm>
            <a:off x="3429727" y="11017"/>
            <a:ext cx="59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C1DE8-E7BF-6165-69E2-89ED80E381E2}"/>
              </a:ext>
            </a:extLst>
          </p:cNvPr>
          <p:cNvSpPr txBox="1"/>
          <p:nvPr/>
        </p:nvSpPr>
        <p:spPr>
          <a:xfrm>
            <a:off x="3355935" y="890798"/>
            <a:ext cx="59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503BE-66FF-4820-52E2-0C0B49AD716E}"/>
              </a:ext>
            </a:extLst>
          </p:cNvPr>
          <p:cNvSpPr txBox="1"/>
          <p:nvPr/>
        </p:nvSpPr>
        <p:spPr>
          <a:xfrm>
            <a:off x="3338094" y="1298063"/>
            <a:ext cx="59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BDC67B-2C79-5B3E-3571-26B1CC4DB919}"/>
                  </a:ext>
                </a:extLst>
              </p:cNvPr>
              <p:cNvSpPr txBox="1"/>
              <p:nvPr/>
            </p:nvSpPr>
            <p:spPr>
              <a:xfrm>
                <a:off x="1053220" y="1067230"/>
                <a:ext cx="6881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BDC67B-2C79-5B3E-3571-26B1CC4DB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220" y="1067230"/>
                <a:ext cx="688196" cy="52322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47FCE9-B74F-0DEA-A851-94AD5EBDB802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1741416" y="783389"/>
            <a:ext cx="710594" cy="545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13D127-2E0F-F6FD-4486-F439283D5A0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741416" y="1328840"/>
            <a:ext cx="607713" cy="671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0119BB-3496-F523-8A3C-30A23085AA0B}"/>
                  </a:ext>
                </a:extLst>
              </p:cNvPr>
              <p:cNvSpPr txBox="1"/>
              <p:nvPr/>
            </p:nvSpPr>
            <p:spPr>
              <a:xfrm>
                <a:off x="1001492" y="513432"/>
                <a:ext cx="1549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0119BB-3496-F523-8A3C-30A23085A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492" y="513432"/>
                <a:ext cx="1549601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EADFB3-925C-9E6F-23F8-3BB346CEBBCC}"/>
                  </a:ext>
                </a:extLst>
              </p:cNvPr>
              <p:cNvSpPr txBox="1"/>
              <p:nvPr/>
            </p:nvSpPr>
            <p:spPr>
              <a:xfrm>
                <a:off x="831686" y="1598349"/>
                <a:ext cx="1559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’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EADFB3-925C-9E6F-23F8-3BB346CEB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86" y="1598349"/>
                <a:ext cx="155933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Graphic 35" descr="Programmer male with solid fill">
            <a:extLst>
              <a:ext uri="{FF2B5EF4-FFF2-40B4-BE49-F238E27FC236}">
                <a16:creationId xmlns:a16="http://schemas.microsoft.com/office/drawing/2014/main" id="{060686B5-15F1-D477-15AE-1C122544EC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3264" y="3243094"/>
            <a:ext cx="1250690" cy="91440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A38CCA-C923-7CC9-65B3-761C6375903A}"/>
              </a:ext>
            </a:extLst>
          </p:cNvPr>
          <p:cNvCxnSpPr>
            <a:cxnSpLocks/>
            <a:stCxn id="82" idx="2"/>
          </p:cNvCxnSpPr>
          <p:nvPr/>
        </p:nvCxnSpPr>
        <p:spPr>
          <a:xfrm flipH="1">
            <a:off x="3668361" y="3181751"/>
            <a:ext cx="6682" cy="518543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6361DC-FC47-9C88-0EA3-B1BA812E1FAE}"/>
                  </a:ext>
                </a:extLst>
              </p:cNvPr>
              <p:cNvSpPr txBox="1"/>
              <p:nvPr/>
            </p:nvSpPr>
            <p:spPr>
              <a:xfrm>
                <a:off x="1765744" y="4634901"/>
                <a:ext cx="3640847" cy="523220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lit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/1: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6361DC-FC47-9C88-0EA3-B1BA812E1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744" y="4634901"/>
                <a:ext cx="3640847" cy="523220"/>
              </a:xfrm>
              <a:prstGeom prst="rect">
                <a:avLst/>
              </a:prstGeom>
              <a:blipFill>
                <a:blip r:embed="rId7"/>
                <a:stretch>
                  <a:fillRect b="-16279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329742-DC3C-0190-1948-7306634139FE}"/>
                  </a:ext>
                </a:extLst>
              </p:cNvPr>
              <p:cNvSpPr txBox="1"/>
              <p:nvPr/>
            </p:nvSpPr>
            <p:spPr>
              <a:xfrm>
                <a:off x="5349163" y="3350309"/>
                <a:ext cx="60873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329742-DC3C-0190-1948-730663413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163" y="3350309"/>
                <a:ext cx="60873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826BB3-7A80-08D8-EEF0-2635A31093C1}"/>
              </a:ext>
            </a:extLst>
          </p:cNvPr>
          <p:cNvCxnSpPr>
            <a:cxnSpLocks/>
          </p:cNvCxnSpPr>
          <p:nvPr/>
        </p:nvCxnSpPr>
        <p:spPr>
          <a:xfrm>
            <a:off x="4635522" y="4080092"/>
            <a:ext cx="2229760" cy="0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6FB77FA-98D7-D152-A27F-A5A9E4D78403}"/>
                  </a:ext>
                </a:extLst>
              </p:cNvPr>
              <p:cNvSpPr txBox="1"/>
              <p:nvPr/>
            </p:nvSpPr>
            <p:spPr>
              <a:xfrm>
                <a:off x="5957901" y="4308057"/>
                <a:ext cx="5741847" cy="2012474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2ℓ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𝑆𝑆𝑆h𝑎𝑟𝑒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←{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𝑃𝑅𝐺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6FB77FA-98D7-D152-A27F-A5A9E4D78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901" y="4308057"/>
                <a:ext cx="5741847" cy="2012474"/>
              </a:xfrm>
              <a:prstGeom prst="rect">
                <a:avLst/>
              </a:prstGeom>
              <a:blipFill>
                <a:blip r:embed="rId9"/>
                <a:stretch>
                  <a:fillRect b="-2484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11A92B0A-8FF6-304F-CE6D-6D2BC1ACEE1C}"/>
              </a:ext>
            </a:extLst>
          </p:cNvPr>
          <p:cNvSpPr txBox="1"/>
          <p:nvPr/>
        </p:nvSpPr>
        <p:spPr>
          <a:xfrm>
            <a:off x="9999630" y="3849259"/>
            <a:ext cx="1596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Search</a:t>
            </a:r>
          </a:p>
        </p:txBody>
      </p: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28099400-913C-7F65-EA79-6EA45FDF9B4D}"/>
              </a:ext>
            </a:extLst>
          </p:cNvPr>
          <p:cNvCxnSpPr>
            <a:cxnSpLocks/>
            <a:stCxn id="13" idx="3"/>
            <a:endCxn id="36" idx="0"/>
          </p:cNvCxnSpPr>
          <p:nvPr/>
        </p:nvCxnSpPr>
        <p:spPr>
          <a:xfrm>
            <a:off x="4757588" y="1171894"/>
            <a:ext cx="2621021" cy="2071200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5361E5-0B4A-A18A-9884-75C579F0DE54}"/>
                  </a:ext>
                </a:extLst>
              </p:cNvPr>
              <p:cNvSpPr txBox="1"/>
              <p:nvPr/>
            </p:nvSpPr>
            <p:spPr>
              <a:xfrm>
                <a:off x="2579134" y="1737630"/>
                <a:ext cx="2178454" cy="55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𝐸𝑛</m:t>
                      </m:r>
                      <m:sSub>
                        <m:sSub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d>
                        <m:d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5361E5-0B4A-A18A-9884-75C579F0D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134" y="1737630"/>
                <a:ext cx="2178454" cy="556434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F2B5CA4-69C7-CEA4-1E00-D8C171490854}"/>
                  </a:ext>
                </a:extLst>
              </p:cNvPr>
              <p:cNvSpPr txBox="1"/>
              <p:nvPr/>
            </p:nvSpPr>
            <p:spPr>
              <a:xfrm>
                <a:off x="2474916" y="3150361"/>
                <a:ext cx="1313333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F2B5CA4-69C7-CEA4-1E00-D8C171490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916" y="3150361"/>
                <a:ext cx="1313333" cy="523220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" name="Graphic 80" descr="Female Profile with solid fill">
            <a:extLst>
              <a:ext uri="{FF2B5EF4-FFF2-40B4-BE49-F238E27FC236}">
                <a16:creationId xmlns:a16="http://schemas.microsoft.com/office/drawing/2014/main" id="{7F63403E-ED95-9C54-582A-CEBAC9639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6650" y="48333"/>
            <a:ext cx="914400" cy="914400"/>
          </a:xfrm>
          <a:prstGeom prst="rect">
            <a:avLst/>
          </a:prstGeom>
        </p:spPr>
      </p:pic>
      <p:pic>
        <p:nvPicPr>
          <p:cNvPr id="82" name="Graphic 81" descr="Female Profile with solid fill">
            <a:extLst>
              <a:ext uri="{FF2B5EF4-FFF2-40B4-BE49-F238E27FC236}">
                <a16:creationId xmlns:a16="http://schemas.microsoft.com/office/drawing/2014/main" id="{F9E72935-2605-064D-56F9-D524FA055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17843" y="2267351"/>
            <a:ext cx="914400" cy="914400"/>
          </a:xfrm>
          <a:prstGeom prst="rect">
            <a:avLst/>
          </a:prstGeom>
        </p:spPr>
      </p:pic>
      <p:pic>
        <p:nvPicPr>
          <p:cNvPr id="84" name="Graphic 83" descr="Female Profile with solid fill">
            <a:extLst>
              <a:ext uri="{FF2B5EF4-FFF2-40B4-BE49-F238E27FC236}">
                <a16:creationId xmlns:a16="http://schemas.microsoft.com/office/drawing/2014/main" id="{AC6FF9EA-9072-655C-F6B9-463C55F2F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43501" y="106261"/>
            <a:ext cx="914400" cy="914400"/>
          </a:xfrm>
          <a:prstGeom prst="rect">
            <a:avLst/>
          </a:prstGeom>
        </p:spPr>
      </p:pic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7774568-AF7C-7F4B-B091-AB50101CB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46357" y="3673581"/>
            <a:ext cx="125069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5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57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Chakraborti, Anrin</dc:creator>
  <cp:lastModifiedBy>Chakraborti, Anrin</cp:lastModifiedBy>
  <cp:revision>9</cp:revision>
  <dcterms:created xsi:type="dcterms:W3CDTF">2026-06-10T18:05:36Z</dcterms:created>
  <dcterms:modified xsi:type="dcterms:W3CDTF">2026-06-10T19:15:12Z</dcterms:modified>
</cp:coreProperties>
</file>