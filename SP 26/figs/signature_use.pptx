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11"/>
    <p:restoredTop sz="91430"/>
  </p:normalViewPr>
  <p:slideViewPr>
    <p:cSldViewPr snapToGrid="0">
      <p:cViewPr varScale="1">
        <p:scale>
          <a:sx n="115" d="100"/>
          <a:sy n="115" d="100"/>
        </p:scale>
        <p:origin x="224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9121C-E9F6-2BE7-CD60-03AAD10F5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A7BED9-34F1-1E17-CD40-9609BC7FD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1F2A2-08C8-9149-BBB2-B1FA69C2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6109-DA25-A641-9224-4C6AC413BC32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525E1-3E77-4139-989D-3423ADDB0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1F543-F9E9-32D9-CED2-15F078549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132-28A0-3247-854C-4EDF4B8E7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96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9503C-2B7C-AEA6-BF14-BBE287CC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9EFD4-E982-273A-8FD0-C8AA07EE1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313DA-395B-5B04-F557-7D950A80C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6109-DA25-A641-9224-4C6AC413BC32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26EEB-73F9-C749-F614-8340B2EF6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00CA2-A695-222C-D036-DD39A652A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132-28A0-3247-854C-4EDF4B8E7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36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E681A-4352-D4E1-EA9E-7979D7AC1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12327-EC87-5E5A-962B-A64C9DEEF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ED767-22FD-36E8-2B28-648CE68F7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6109-DA25-A641-9224-4C6AC413BC32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9462F-7DD8-90A3-048B-07FEB9A4E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38BA0-1404-73F2-AA8A-4B05B3974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132-28A0-3247-854C-4EDF4B8E7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890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4673F-7BDB-5E72-33EC-0E1AB9DA5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11AA2-5B44-C0DC-7AB0-21841F686B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7B312-0DBB-7122-C940-B0954BBCB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E83FE-3B97-A322-2DBB-7FEC7E013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6109-DA25-A641-9224-4C6AC413BC32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115C2-A67D-07EE-D026-2B772C642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7F7C4-B166-99B9-3F28-EE03B172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132-28A0-3247-854C-4EDF4B8E7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71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B8CC-E81A-98B5-F87D-BC04EDE01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45514-3000-F317-6815-C1AA974E0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68496-0E1F-226A-6EEC-0583EE6C2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FFED5C-2082-E15A-A141-40942660C2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19F50-C044-2149-16CD-F6B1296BCE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CE2A52-5E4B-251D-E01E-223880246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6109-DA25-A641-9224-4C6AC413BC32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3B6D00-9434-0A4E-5F84-99F7E2B23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6611EF-BBD2-061F-91BC-58853D527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132-28A0-3247-854C-4EDF4B8E7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38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EF0C2-EDE3-E194-4BA1-20013B5F7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543B31-47CD-BD70-4D47-F1C50A6E3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6109-DA25-A641-9224-4C6AC413BC32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8D2894-65C4-2BF3-58CD-7AED86991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97A09A-CABB-4501-A9D6-B54842B32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132-28A0-3247-854C-4EDF4B8E7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09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35216-1538-FC3C-F414-2FAC2E603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6109-DA25-A641-9224-4C6AC413BC32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D8F6D0-9BC4-8B61-1424-6481055B0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BCE10-E66D-4E9E-020B-6B1BE747C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132-28A0-3247-854C-4EDF4B8E7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110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C3E80-712E-494B-D151-FBCDA6475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ACBEB-BCDD-E2ED-ED5D-B596EA61D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A31C5-8E3D-DA05-D9DF-ED622795D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031F0-F2FB-A4C3-DD58-5774F0E58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6109-DA25-A641-9224-4C6AC413BC32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594DA-AE72-C312-C2B2-9CB345E72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065A0-0D85-AA3D-7C8F-E87BE9348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132-28A0-3247-854C-4EDF4B8E7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762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3B96-21F2-985F-5A57-3505430E6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53AAEB-F93E-50F4-11E8-467D20E97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22AD8-D9EC-CB02-F358-45E0CA271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24A7E-0952-6ECE-8681-877A55D93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6109-DA25-A641-9224-4C6AC413BC32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519DB-45BA-5A76-F6DB-31C65FF8C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30219-089E-14E8-1B6F-A3CD4F9A3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132-28A0-3247-854C-4EDF4B8E7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21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CF533-54A3-FF73-6575-78294C833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BCEE8-F283-D03B-5FD6-7E17DD104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40D97-8BF9-0FC4-7F35-F8101B95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6109-DA25-A641-9224-4C6AC413BC32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D57A9-024B-B154-B00B-DD720E3D9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54FB1-DCD8-4788-EEA7-D7ECA80CF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132-28A0-3247-854C-4EDF4B8E7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92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8A0E0A-61EC-0253-FC7C-9012935135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DD84C3-D92A-DA07-83CF-66FDC9D3A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ED659-A467-E93E-DE50-4137A8A42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A6109-DA25-A641-9224-4C6AC413BC32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27A82-3420-BBC5-4E5A-6678EF797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D5073-9A75-16C2-0619-71CC69B38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F8132-28A0-3247-854C-4EDF4B8E7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886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0E5E51-576A-A995-4DAF-FD5366959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102A0-EE02-054F-9B2D-D25B0E9D9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3281C-3314-F34B-556A-4E6FCF758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A6109-DA25-A641-9224-4C6AC413BC32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61AEE-78E8-9A8A-038B-C86019CA5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B475C-E3F6-92A0-60E0-1E3D5DD292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5F8132-28A0-3247-854C-4EDF4B8E7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14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 descr="Database with solid fill">
            <a:extLst>
              <a:ext uri="{FF2B5EF4-FFF2-40B4-BE49-F238E27FC236}">
                <a16:creationId xmlns:a16="http://schemas.microsoft.com/office/drawing/2014/main" id="{3815B5BB-511D-A4AC-529B-CC954F52E3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31642" y="1347206"/>
            <a:ext cx="914400" cy="914400"/>
          </a:xfrm>
          <a:prstGeom prst="rect">
            <a:avLst/>
          </a:prstGeom>
        </p:spPr>
      </p:pic>
      <p:pic>
        <p:nvPicPr>
          <p:cNvPr id="21" name="Graphic 20" descr="Programmer male with solid fill">
            <a:extLst>
              <a:ext uri="{FF2B5EF4-FFF2-40B4-BE49-F238E27FC236}">
                <a16:creationId xmlns:a16="http://schemas.microsoft.com/office/drawing/2014/main" id="{5A671014-FF7A-89C1-43D5-B8E678CB8A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1982" y="1259338"/>
            <a:ext cx="914400" cy="914400"/>
          </a:xfrm>
          <a:prstGeom prst="rect">
            <a:avLst/>
          </a:prstGeom>
        </p:spPr>
      </p:pic>
      <p:pic>
        <p:nvPicPr>
          <p:cNvPr id="26" name="Graphic 25" descr="Female Profile with solid fill">
            <a:extLst>
              <a:ext uri="{FF2B5EF4-FFF2-40B4-BE49-F238E27FC236}">
                <a16:creationId xmlns:a16="http://schemas.microsoft.com/office/drawing/2014/main" id="{C92547B0-4E18-DA70-F999-3E8FE590AC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4217" y="2048470"/>
            <a:ext cx="914400" cy="914400"/>
          </a:xfrm>
          <a:prstGeom prst="rect">
            <a:avLst/>
          </a:prstGeom>
        </p:spPr>
      </p:pic>
      <p:pic>
        <p:nvPicPr>
          <p:cNvPr id="27" name="Graphic 26" descr="Female Profile with solid fill">
            <a:extLst>
              <a:ext uri="{FF2B5EF4-FFF2-40B4-BE49-F238E27FC236}">
                <a16:creationId xmlns:a16="http://schemas.microsoft.com/office/drawing/2014/main" id="{3F5D315A-034E-0652-DE3C-878E3275F4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9723" y="413409"/>
            <a:ext cx="914400" cy="914400"/>
          </a:xfrm>
          <a:prstGeom prst="rect">
            <a:avLst/>
          </a:prstGeom>
        </p:spPr>
      </p:pic>
      <p:pic>
        <p:nvPicPr>
          <p:cNvPr id="28" name="Graphic 27" descr="Female Profile with solid fill">
            <a:extLst>
              <a:ext uri="{FF2B5EF4-FFF2-40B4-BE49-F238E27FC236}">
                <a16:creationId xmlns:a16="http://schemas.microsoft.com/office/drawing/2014/main" id="{51DAE676-E15E-867E-6145-63CC9C2641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018" y="452505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EBD5428-EBA8-7757-CFF9-3E86977F02B8}"/>
                  </a:ext>
                </a:extLst>
              </p:cNvPr>
              <p:cNvSpPr txBox="1"/>
              <p:nvPr/>
            </p:nvSpPr>
            <p:spPr>
              <a:xfrm>
                <a:off x="1140899" y="1343277"/>
                <a:ext cx="2381036" cy="523220"/>
              </a:xfrm>
              <a:prstGeom prst="rect">
                <a:avLst/>
              </a:prstGeom>
              <a:noFill/>
              <a:ln>
                <a:solidFill>
                  <a:schemeClr val="dk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b="0" i="0" smtClean="0">
                              <a:latin typeface="Cambria Math" panose="02040503050406030204" pitchFamily="18" charset="0"/>
                            </a:rPr>
                            <m:t>Τ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SIGN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EBD5428-EBA8-7757-CFF9-3E86977F0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899" y="1343277"/>
                <a:ext cx="2381036" cy="523220"/>
              </a:xfrm>
              <a:prstGeom prst="rect">
                <a:avLst/>
              </a:prstGeom>
              <a:blipFill>
                <a:blip r:embed="rId5"/>
                <a:stretch>
                  <a:fillRect r="-1058" b="-16279"/>
                </a:stretch>
              </a:blipFill>
              <a:ln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0B3D485-1232-43A9-FE2B-A91045C83309}"/>
              </a:ext>
            </a:extLst>
          </p:cNvPr>
          <p:cNvCxnSpPr>
            <a:cxnSpLocks/>
          </p:cNvCxnSpPr>
          <p:nvPr/>
        </p:nvCxnSpPr>
        <p:spPr>
          <a:xfrm>
            <a:off x="4155777" y="1850556"/>
            <a:ext cx="1572381" cy="5359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6ABE8E4-5338-EFF2-D49E-245E2BB15F1E}"/>
                  </a:ext>
                </a:extLst>
              </p:cNvPr>
              <p:cNvSpPr txBox="1"/>
              <p:nvPr/>
            </p:nvSpPr>
            <p:spPr>
              <a:xfrm>
                <a:off x="4658614" y="2208949"/>
                <a:ext cx="3139064" cy="523220"/>
              </a:xfrm>
              <a:prstGeom prst="rect">
                <a:avLst/>
              </a:prstGeom>
              <a:noFill/>
              <a:ln>
                <a:solidFill>
                  <a:schemeClr val="dk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m:rPr>
                          <m:lit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⊥=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𝐴𝑈𝑇𝐻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96ABE8E4-5338-EFF2-D49E-245E2BB15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614" y="2208949"/>
                <a:ext cx="3139064" cy="523220"/>
              </a:xfrm>
              <a:prstGeom prst="rect">
                <a:avLst/>
              </a:prstGeom>
              <a:blipFill>
                <a:blip r:embed="rId6"/>
                <a:stretch>
                  <a:fillRect l="-1606" b="-20930"/>
                </a:stretch>
              </a:blipFill>
              <a:ln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7867296-8FFE-5391-454D-F28C78F01E19}"/>
                  </a:ext>
                </a:extLst>
              </p:cNvPr>
              <p:cNvSpPr txBox="1"/>
              <p:nvPr/>
            </p:nvSpPr>
            <p:spPr>
              <a:xfrm>
                <a:off x="7641166" y="1302034"/>
                <a:ext cx="48898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7867296-8FFE-5391-454D-F28C78F01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1166" y="1302034"/>
                <a:ext cx="48898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E5F8AD5-F462-E0EB-5EA1-123686F48E28}"/>
              </a:ext>
            </a:extLst>
          </p:cNvPr>
          <p:cNvCxnSpPr>
            <a:cxnSpLocks/>
          </p:cNvCxnSpPr>
          <p:nvPr/>
        </p:nvCxnSpPr>
        <p:spPr>
          <a:xfrm>
            <a:off x="6775271" y="1850556"/>
            <a:ext cx="2687598" cy="0"/>
          </a:xfrm>
          <a:prstGeom prst="straightConnector1">
            <a:avLst/>
          </a:prstGeom>
          <a:ln w="25400"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C1D9E375-D93C-69DA-0B8E-2AA6961B8FA1}"/>
                  </a:ext>
                </a:extLst>
              </p:cNvPr>
              <p:cNvSpPr txBox="1"/>
              <p:nvPr/>
            </p:nvSpPr>
            <p:spPr>
              <a:xfrm>
                <a:off x="4788075" y="1366905"/>
                <a:ext cx="50366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C1D9E375-D93C-69DA-0B8E-2AA6961B8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75" y="1366905"/>
                <a:ext cx="50366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Curved Connector 112">
            <a:extLst>
              <a:ext uri="{FF2B5EF4-FFF2-40B4-BE49-F238E27FC236}">
                <a16:creationId xmlns:a16="http://schemas.microsoft.com/office/drawing/2014/main" id="{299EAD06-F273-F2D6-AB71-09D9E12BB0D9}"/>
              </a:ext>
            </a:extLst>
          </p:cNvPr>
          <p:cNvCxnSpPr>
            <a:cxnSpLocks/>
            <a:stCxn id="37" idx="0"/>
            <a:endCxn id="21" idx="0"/>
          </p:cNvCxnSpPr>
          <p:nvPr/>
        </p:nvCxnSpPr>
        <p:spPr>
          <a:xfrm rot="5400000" flipH="1" flipV="1">
            <a:off x="6168330" y="-2577574"/>
            <a:ext cx="83939" cy="7757765"/>
          </a:xfrm>
          <a:prstGeom prst="curvedConnector3">
            <a:avLst>
              <a:gd name="adj1" fmla="val 1448418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8F06FB72-8722-3BEC-A235-71B509435425}"/>
                  </a:ext>
                </a:extLst>
              </p:cNvPr>
              <p:cNvSpPr txBox="1"/>
              <p:nvPr/>
            </p:nvSpPr>
            <p:spPr>
              <a:xfrm>
                <a:off x="8542187" y="2505670"/>
                <a:ext cx="3093989" cy="1384995"/>
              </a:xfrm>
              <a:prstGeom prst="rect">
                <a:avLst/>
              </a:prstGeom>
              <a:noFill/>
              <a:ln>
                <a:solidFill>
                  <a:schemeClr val="dk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28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b="0" i="0" smtClean="0">
                              <a:latin typeface="Cambria Math" panose="02040503050406030204" pitchFamily="18" charset="0"/>
                            </a:rPr>
                            <m:t>Τ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⊖{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𝑅𝐴𝑁𝐷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m:oMathPara>
                </a14:m>
                <a:endParaRPr lang="en-US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8F06FB72-8722-3BEC-A235-71B509435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2187" y="2505670"/>
                <a:ext cx="3093989" cy="1384995"/>
              </a:xfrm>
              <a:prstGeom prst="rect">
                <a:avLst/>
              </a:prstGeom>
              <a:blipFill>
                <a:blip r:embed="rId9"/>
                <a:stretch>
                  <a:fillRect b="-5405"/>
                </a:stretch>
              </a:blipFill>
              <a:ln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2AD0679-0FB5-8FC9-962A-31760854426E}"/>
              </a:ext>
            </a:extLst>
          </p:cNvPr>
          <p:cNvSpPr txBox="1"/>
          <p:nvPr/>
        </p:nvSpPr>
        <p:spPr>
          <a:xfrm>
            <a:off x="10233792" y="2139649"/>
            <a:ext cx="10041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3320337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4870</TotalTime>
  <Words>33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Chakraborti, Anrin</dc:creator>
  <cp:lastModifiedBy>Chakraborti, Anrin</cp:lastModifiedBy>
  <cp:revision>15</cp:revision>
  <dcterms:created xsi:type="dcterms:W3CDTF">2026-05-20T16:21:28Z</dcterms:created>
  <dcterms:modified xsi:type="dcterms:W3CDTF">2026-06-10T19:10:13Z</dcterms:modified>
</cp:coreProperties>
</file>